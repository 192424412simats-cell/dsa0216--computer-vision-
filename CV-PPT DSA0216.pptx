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3" r:id="rId5"/>
    <p:sldId id="274" r:id="rId6"/>
    <p:sldId id="266" r:id="rId7"/>
    <p:sldId id="267" r:id="rId8"/>
    <p:sldId id="272" r:id="rId9"/>
    <p:sldId id="258" r:id="rId10"/>
    <p:sldId id="279" r:id="rId11"/>
    <p:sldId id="259" r:id="rId12"/>
    <p:sldId id="280" r:id="rId13"/>
    <p:sldId id="260" r:id="rId14"/>
    <p:sldId id="277" r:id="rId15"/>
    <p:sldId id="269" r:id="rId16"/>
    <p:sldId id="270" r:id="rId17"/>
    <p:sldId id="278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5557AED-8B87-41DB-965A-2CD599B55B08}">
          <p14:sldIdLst>
            <p14:sldId id="256"/>
            <p14:sldId id="257"/>
            <p14:sldId id="261"/>
            <p14:sldId id="273"/>
            <p14:sldId id="274"/>
            <p14:sldId id="266"/>
            <p14:sldId id="267"/>
            <p14:sldId id="272"/>
            <p14:sldId id="258"/>
            <p14:sldId id="279"/>
            <p14:sldId id="259"/>
            <p14:sldId id="280"/>
            <p14:sldId id="260"/>
            <p14:sldId id="277"/>
            <p14:sldId id="269"/>
            <p14:sldId id="270"/>
            <p14:sldId id="278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1349-2B88-2BB0-1C83-1043E73A4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80445-77EA-6588-4DED-1DCB36509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5FF5C-2930-74CC-B6E2-0210D974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59486-B4F7-1987-3780-BBE3CC4D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81552-4029-91A8-8C77-CBE3BEAA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2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E1D8-F7E4-AC20-B864-0652399F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7FF9D-CB1F-9650-85F8-834FA8B44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8645-98EE-70E1-7781-D2A207AE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9382-3722-32EE-CBFC-6CEC0F93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D3534-79F1-2C62-5D68-0C551DF8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2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EBE2-1AF3-0E24-BBEF-00B2DB5A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33041-632E-60CD-1604-B35574F3F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DA0C-B890-ABBB-3FE4-839D01B3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D8223-D5AB-FDB5-B6CC-2E8C2E9A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FA2E-B434-0821-76FA-C5E6BC4A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48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2A53-3DEB-AAB7-ECCF-8D217DB3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72709-1396-4784-13E5-40EAE5EC4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905C4-4208-FE04-A376-53B41D43C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F94D3-908B-6D55-09B5-E5416BDF5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0D4D2-0B90-3DB4-6D30-1F50CA1A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4F753-E590-E65C-6462-31EA9FC6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4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53C45-29A3-B663-664A-FC4FB733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C792F-5EAD-AD90-2FDA-5A8B2A494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477E4-3AA5-E22D-2DBA-8676AA353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44719-65BE-A5E2-30A3-8A094FEFF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F275B5-0993-C8F6-7F3E-4423D0B0D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D803D-198F-ABF1-B801-FC405C8C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53617-0AE4-3E71-2656-4664D878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DB736-8DF1-7191-5798-09E46300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57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B8A6-80EA-7515-F346-CF062C60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82223-2EE3-7500-D14E-362CFAE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1902D-9968-911F-EC99-F581EED0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B96B7-EF78-0A04-DEF9-D4FB50E6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4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02C09-3DEF-214F-E7D5-C6C508C08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6F04F-17B2-E04D-655B-555B76F9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1FC86-5680-AE93-1FF1-DF1EE09A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55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B241-6A2B-9EAE-763F-6C41FEDB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9663B-CFC3-7C4D-2270-D4FA2D27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79E1B-40F9-A950-7E2D-2CCBFC14B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A6A46-B6FE-C119-5BDD-4D3947869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1C2FA-3B34-BBC6-D9E6-BAC174D5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7F84D-9365-282D-E6DE-1DC72B80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6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17A9-6650-563E-0E28-EDDE2350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B9FE-0B70-EC87-F87C-DBA931949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16ECA4-27E5-BA68-7A38-7050126EE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BE0D2-6C0A-B527-E77C-45C2F301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5DF88-52DB-D96A-53BD-27A6F627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606F-916C-BECB-0D06-C1BFF5DB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92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F0A4-D7CD-695B-922C-3ABBFEA2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D261B-37B7-F53A-176F-12F12480EE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2F65-448E-4879-CD74-91D68656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F31D9-AD87-48A7-E71C-C17CFEE7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D3D1A-C761-0614-8922-DF01E674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33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9199E-3D95-C04E-C994-A268CAABA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780D7-9660-30C5-7B61-86CD6ACFC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CAE4-A88F-505D-8AB9-5279B1AE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A25B-9CCC-AD39-C7F0-E40C3EA4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B3D07-6F14-D45F-D25E-45D70540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91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4AAA5-6D05-6F9C-5508-4EF36A296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B270-56BD-5F16-D82E-449872671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DEF92-C51A-39BA-BA0D-546EC1A42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931E-8843-4551-B023-FE48137C5028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CDCF7-5912-95C9-069F-642EC85BB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1D58E-42DB-E39F-77E9-EBDF597B7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D61B0-D55C-4201-8DA2-BDDB1B87C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0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isic-archiv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320D-29B8-997D-DF7F-BF9917B07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14" y="2295833"/>
            <a:ext cx="9661003" cy="2266334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Dermatology Assistant using AI and Image Processing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DSA0216-Computer Vision with OpenCV for Modern AI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9B0EB-C643-AC51-630D-682597B5A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804" y="4728732"/>
            <a:ext cx="4514126" cy="1498448"/>
          </a:xfrm>
        </p:spPr>
        <p:txBody>
          <a:bodyPr>
            <a:normAutofit fontScale="70000" lnSpcReduction="20000"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B.Akshaya(192424336)</a:t>
            </a:r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Ch.Sri Deepika(192424412)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P.Sunayana(192424303)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">
            <a:extLst>
              <a:ext uri="{FF2B5EF4-FFF2-40B4-BE49-F238E27FC236}">
                <a16:creationId xmlns:a16="http://schemas.microsoft.com/office/drawing/2014/main" id="{9EA0E9B6-54BB-31E6-5EB4-7C798761A53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526998"/>
            <a:ext cx="11064240" cy="1498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4F5F8-A83E-1260-8A13-DA04294ECF98}"/>
              </a:ext>
            </a:extLst>
          </p:cNvPr>
          <p:cNvSpPr txBox="1"/>
          <p:nvPr/>
        </p:nvSpPr>
        <p:spPr>
          <a:xfrm>
            <a:off x="8137001" y="4914774"/>
            <a:ext cx="3546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Senthilvadivu 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 kumargurubaran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8766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AA01-5746-F759-7A96-359A01F9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00A9-7B8C-DA47-518F-74C2A26F3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123"/>
            <a:ext cx="10515600" cy="424984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affect millions and require timely diagnosis.</a:t>
            </a:r>
          </a:p>
          <a:p>
            <a:pPr algn="just">
              <a:lnSpc>
                <a:spcPct val="15000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 improves accuracy and speed of detection.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disease type, severity, and risk level automatically.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personalized care and treatment recommendations instantly.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129748-9ADA-AA43-8A97-FEE2DF78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9" y="128690"/>
            <a:ext cx="1242911" cy="8429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AE6913-D184-01D6-A4CD-07FE6E9E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344" y="20909"/>
            <a:ext cx="1242911" cy="84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9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F9CE-45B2-DCD5-DE04-B9AEAD78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7822-8039-F684-63F1-7F1914482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61722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system for automatic skin disease detection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skin images using image processing techniques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classify common skin diseases using CNN models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basic care, treatment, and preventive recommendations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assist in early diagnosis and support remote healthcare services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F1EA241-3A62-70D5-C6C7-6DE45B4962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23354" y="2001838"/>
            <a:ext cx="3930445" cy="3930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175C6B-5C57-DDAD-D3BE-53D41571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03" y="143373"/>
            <a:ext cx="1278194" cy="882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22D407-B862-1E8F-406E-AE2A1FABC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119" y="161412"/>
            <a:ext cx="1278194" cy="7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0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5DC4-EAD2-F8C6-2CD6-BDDA8D5B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76B660B-75D4-AB2C-67DF-E9E0CD31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056" y="1690688"/>
            <a:ext cx="10647744" cy="448627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detection is done manually by dermatologists.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doctor’s experience and visual inspection.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automation or AI support to identify diseases.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level is not measured accurately in many cases.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 time-consuming and may delay treatment.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 of human error increase when checking large numbers of patients.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4188A3-535F-CAA6-330E-6EC723B8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3542" y="155196"/>
            <a:ext cx="1294637" cy="774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B09FFB-78F6-55D2-2DA5-16A3CA1B7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1" y="175111"/>
            <a:ext cx="1228758" cy="85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6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393F56-FC14-94B3-1335-758B59B3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0DF85-1B78-E73A-59CF-9A0582401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AI-based application to detect skin diseases from images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or upload skin images using a mobile phone or camera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image processing and CNN-based deep learning model to analyze the skin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classify the type of skin disease (e.g., acne, eczema, infection)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basic care, treatment suggestions, and prevention tips to the user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D21B3-A733-16E0-F997-ED13F211B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8" y="223328"/>
            <a:ext cx="1159284" cy="804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FE63E7-34ED-A27D-96C9-F3B0D83D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365" y="125453"/>
            <a:ext cx="1183078" cy="71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4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F1245-9C53-C886-DEB7-FEE5181E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D434BCC-008F-3F3A-2DE1-73EF72D91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1537469"/>
            <a:ext cx="10048240" cy="483875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7CA54-DC3D-275D-804D-5844E7B3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418" y="88874"/>
            <a:ext cx="1160206" cy="93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729D22-3946-1632-8031-D104A7957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76" y="120725"/>
            <a:ext cx="1160206" cy="9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1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75E5-C8C3-FE9E-D52E-C9CF0622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6D87701-F53F-2E26-46CF-5EA3B13EEB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326239"/>
              </p:ext>
            </p:extLst>
          </p:nvPr>
        </p:nvGraphicFramePr>
        <p:xfrm>
          <a:off x="838200" y="1825626"/>
          <a:ext cx="10301748" cy="469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249">
                  <a:extLst>
                    <a:ext uri="{9D8B030D-6E8A-4147-A177-3AD203B41FA5}">
                      <a16:colId xmlns:a16="http://schemas.microsoft.com/office/drawing/2014/main" val="3138253255"/>
                    </a:ext>
                  </a:extLst>
                </a:gridCol>
                <a:gridCol w="2051680">
                  <a:extLst>
                    <a:ext uri="{9D8B030D-6E8A-4147-A177-3AD203B41FA5}">
                      <a16:colId xmlns:a16="http://schemas.microsoft.com/office/drawing/2014/main" val="228085947"/>
                    </a:ext>
                  </a:extLst>
                </a:gridCol>
                <a:gridCol w="2735574">
                  <a:extLst>
                    <a:ext uri="{9D8B030D-6E8A-4147-A177-3AD203B41FA5}">
                      <a16:colId xmlns:a16="http://schemas.microsoft.com/office/drawing/2014/main" val="1638168785"/>
                    </a:ext>
                  </a:extLst>
                </a:gridCol>
                <a:gridCol w="2022783">
                  <a:extLst>
                    <a:ext uri="{9D8B030D-6E8A-4147-A177-3AD203B41FA5}">
                      <a16:colId xmlns:a16="http://schemas.microsoft.com/office/drawing/2014/main" val="1319962412"/>
                    </a:ext>
                  </a:extLst>
                </a:gridCol>
                <a:gridCol w="2463462">
                  <a:extLst>
                    <a:ext uri="{9D8B030D-6E8A-4147-A177-3AD203B41FA5}">
                      <a16:colId xmlns:a16="http://schemas.microsoft.com/office/drawing/2014/main" val="3240787017"/>
                    </a:ext>
                  </a:extLst>
                </a:gridCol>
              </a:tblGrid>
              <a:tr h="306390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 dirty="0">
                          <a:solidFill>
                            <a:srgbClr val="FFFFFF"/>
                          </a:solidFill>
                          <a:effectLst/>
                        </a:rPr>
                        <a:t>Year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Author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Technique Used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Dataset</a:t>
                      </a:r>
                    </a:p>
                  </a:txBody>
                  <a:tcPr marR="18288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b="1">
                          <a:solidFill>
                            <a:srgbClr val="FFFFFF"/>
                          </a:solidFill>
                          <a:effectLst/>
                        </a:rPr>
                        <a:t>Outcome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19238357"/>
                  </a:ext>
                </a:extLst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2020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Wu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CNN-based skin disease classification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Clinical skin images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High accuracy in detecting common skin diseases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460931"/>
                  </a:ext>
                </a:extLst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2021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Srinivasu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MobileNet (Deep Learning)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Kaggle skin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Lightweight model suitable for mobile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787749"/>
                  </a:ext>
                </a:extLst>
              </a:tr>
              <a:tr h="8404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2022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Al-Masni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CNN + Segmentation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ISIC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Improved accuracy using lesion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384757"/>
                  </a:ext>
                </a:extLst>
              </a:tr>
              <a:tr h="75548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2023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Ahammed et al.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ML + Image Processing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ISIC dataset</a:t>
                      </a:r>
                    </a:p>
                  </a:txBody>
                  <a:tcPr marR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>
                          <a:effectLst/>
                        </a:rPr>
                        <a:t>Skin disease detection using hybrid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477318"/>
                  </a:ext>
                </a:extLst>
              </a:tr>
              <a:tr h="96654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2024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Marri et al.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AI Mobile App (CNN)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Real-world user images</a:t>
                      </a:r>
                    </a:p>
                  </a:txBody>
                  <a:tcPr marR="182880" marB="18288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Effective for early detection and awareness</a:t>
                      </a:r>
                    </a:p>
                  </a:txBody>
                  <a:tcPr marB="182880" anchor="ctr"/>
                </a:tc>
                <a:extLst>
                  <a:ext uri="{0D108BD9-81ED-4DB2-BD59-A6C34878D82A}">
                    <a16:rowId xmlns:a16="http://schemas.microsoft.com/office/drawing/2014/main" val="98429031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EB33F04-CAAB-8E1A-B2D8-B70B7F05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149" y="128625"/>
            <a:ext cx="1061884" cy="877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E861A7-B8C9-BA33-A439-08710B3B7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94"/>
            <a:ext cx="1157748" cy="87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7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E1CE-7530-68B6-C76C-1E3B605A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E604C91-E24E-0D7E-144A-C43ED42B1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Core environment for integrating prediction, severity   logic, and full system automation.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building, training, and loading the MobileNetV2 skin disease detection model.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&amp; PIL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Applied for image preprocessing, lesion masking, enhancement, and feature extraction.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Platforms used for dataset handling, model training, Grad-CAM analysis, and experimentation.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(VS Code)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organize modules, structure the final project, and run the complete workflow locally.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40630-708D-A1BB-AA19-7A631635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404" y="54513"/>
            <a:ext cx="1275735" cy="801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7F9F60-9F93-6C3E-7534-D81B9E82A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75735" cy="855873"/>
          </a:xfrm>
          <a:prstGeom prst="rect">
            <a:avLst/>
          </a:prstGeom>
        </p:spPr>
      </p:pic>
      <p:sp>
        <p:nvSpPr>
          <p:cNvPr id="8" name="AutoShape 2" descr="Generated">
            <a:extLst>
              <a:ext uri="{FF2B5EF4-FFF2-40B4-BE49-F238E27FC236}">
                <a16:creationId xmlns:a16="http://schemas.microsoft.com/office/drawing/2014/main" id="{11AD9F02-E213-FD2C-7DBE-68284C813E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2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2E74-33FB-E37A-83D6-8C94CD9F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4" y="365125"/>
            <a:ext cx="851087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Skin Disease Detection using AI &amp; Image Processing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FC47A-F3D4-9890-E7F7-31AB63857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7" y="1825624"/>
            <a:ext cx="8510877" cy="50323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collected different types of skin disease images for training the model.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were cleaned and resized using preprocessing techniques.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the MobileNetV2 deep learning model to detect skin diseases.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studies color, texture, and shape of the skin lesion.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the disease name and prediction result for further analysis.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8F344-F64A-0612-4E3B-79AE1FE6A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13" y="243680"/>
            <a:ext cx="1122568" cy="1009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BACAA-8058-B062-48E9-5300831D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874" y="176211"/>
            <a:ext cx="987852" cy="1009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2E33C2-6FD3-C390-801A-E774EC657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159" y="2049503"/>
            <a:ext cx="3032567" cy="397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23FE9-BD25-C93A-017D-329F2C3FC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703" y="1041721"/>
            <a:ext cx="3981691" cy="5567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BEDA47-8C1F-4D04-BD45-2924EE114319}"/>
              </a:ext>
            </a:extLst>
          </p:cNvPr>
          <p:cNvSpPr txBox="1"/>
          <p:nvPr/>
        </p:nvSpPr>
        <p:spPr>
          <a:xfrm flipH="1">
            <a:off x="3217762" y="248857"/>
            <a:ext cx="5787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AC752-5816-1DCC-AF77-0B7409F5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5" y="32070"/>
            <a:ext cx="1122568" cy="1009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5F7998-7082-803A-E780-545B4484A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983" y="32069"/>
            <a:ext cx="987852" cy="10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C4D8-08F5-6949-3D46-7E70C798C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468" y="365125"/>
            <a:ext cx="10196331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Severity Analysis &amp; Risk Level Prediction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7B5910-ECD5-E9EF-2C62-F00CA3DC6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86" y="2277722"/>
            <a:ext cx="8583592" cy="4580277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detailed lesion features such as area coverage, texture variation, and color intensity.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a severity score using a weighted feature evaluation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each case into Mild, Moderate, or Severe categories.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structured severity report for every input image.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risk-aware decision making by linking severity to the recommendation module.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2375B-C343-1E63-03A4-73D34748F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32" y="18254"/>
            <a:ext cx="1275735" cy="1009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9DCA77-6ADE-9AA9-FA9F-FDEF81690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933" y="51528"/>
            <a:ext cx="1275735" cy="10096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46F78B-7043-3DD1-1247-44601B6D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10" y="2593749"/>
            <a:ext cx="2974990" cy="327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A4EC-CBF6-7EE5-FCAC-185F2097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8319" y="353551"/>
            <a:ext cx="6875362" cy="59557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Module2:OUTPUT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1B3B24-3EB8-27D0-6BEB-5256BCCBC3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252" y="1088020"/>
            <a:ext cx="5246015" cy="550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C21C-72C6-98A5-62E0-602EE894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025" y="500694"/>
            <a:ext cx="9988952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Recommendation &amp; Preventive Guidance System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98DF2-C041-9E2B-FDC4-C539ACDB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190" y="2488558"/>
            <a:ext cx="8935463" cy="487060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rule-based system to suggest care based on disease type.</a:t>
            </a: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Gave medically accurate home-care tips and safety precautions.</a:t>
            </a:r>
          </a:p>
          <a:p>
            <a:pPr>
              <a:lnSpc>
                <a:spcPct val="170000"/>
              </a:lnSpc>
            </a:pPr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doctor consultation when needed.</a:t>
            </a:r>
            <a:endParaRPr lang="en-GB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dermatologist visits for moderate and severe cases.</a:t>
            </a:r>
          </a:p>
          <a:p>
            <a:pPr>
              <a:lnSpc>
                <a:spcPct val="170000"/>
              </a:lnSpc>
            </a:pPr>
            <a:r>
              <a:rPr lang="en-GB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simple, clear guidance for patients to follow easily.</a:t>
            </a:r>
            <a:endParaRPr lang="en-GB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93522-B44C-0197-A89B-2A76B7C23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5025" cy="990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D2EC3-C0F3-4209-637C-C411FF519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232" y="68418"/>
            <a:ext cx="1139768" cy="990447"/>
          </a:xfrm>
          <a:prstGeom prst="rect">
            <a:avLst/>
          </a:prstGeom>
        </p:spPr>
      </p:pic>
      <p:pic>
        <p:nvPicPr>
          <p:cNvPr id="1026" name="Picture 2" descr="dermatological diagnosis using SkinGPT ...">
            <a:extLst>
              <a:ext uri="{FF2B5EF4-FFF2-40B4-BE49-F238E27FC236}">
                <a16:creationId xmlns:a16="http://schemas.microsoft.com/office/drawing/2014/main" id="{435DDEA3-CBBB-3EBB-4CAB-CA1294957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9" y="2639029"/>
            <a:ext cx="2790825" cy="3240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975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6F18-E5F1-E5EE-5C79-F050861F3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89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F9D8B-1EE5-43E5-3D91-1A04764F6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0" y="0"/>
            <a:ext cx="1276350" cy="869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3A591C-02EB-3963-2904-D8606E4CF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7788"/>
            <a:ext cx="1276350" cy="88582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84E075-78A6-258C-1652-48C9844E74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756" y="1261641"/>
            <a:ext cx="4545957" cy="513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09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3234-00C6-647A-BE17-382BD2F50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61F6C-97A6-F3D3-85FE-8E12404B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6242"/>
            <a:ext cx="10515600" cy="388072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enables early and accurate detection of skin diseases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and image processing to reduce manual diagnosis errors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care, treatment, and prevention recommendations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 by reducing frequent hospital visits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remote healthcare and improves skin health awareness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D503B-5422-0459-1F7F-5EE190B6F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923" y="38023"/>
            <a:ext cx="1197077" cy="913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554020-7519-D11A-81B2-5C471C290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14" y="38023"/>
            <a:ext cx="1197077" cy="98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2AD8-A33E-D455-F0B4-99A19D021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60EC1A-01F3-14DF-4A05-CB960F4E8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28" y="1443660"/>
            <a:ext cx="10515600" cy="53605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advanced deep learning and larger datasets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detection of a wider range of skin diseases, including rare conditions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mobile apps and cloud platforms for real-time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direct online consultation with dermatologists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support and personalized treatment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4D2E5-4494-5D09-9816-5B8F8D33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868" cy="779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702703-22C2-1075-BDF4-A7E3A2D1F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132" y="53764"/>
            <a:ext cx="1234868" cy="77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E100-A391-C074-E884-6FA1DC47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2E4A0-A401-1B33-D904-6A5E351DC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ISIC Archive (2020–2024).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Skin Imaging Collaboration Dataset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online: 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https://www.isic-archive.com</a:t>
            </a: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 X., Xu, Y., &amp; Liu, J. (2020).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classification of inflammatory skin diseases using clinical images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Access.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Srinivasu, P. N., et al. (2021).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using MobileNet and deep learning techniques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Masni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et al. (2022).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skin lesion segmentation and classification using deep CNN models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ISIC Dataset Studies.</a:t>
            </a:r>
          </a:p>
          <a:p>
            <a:pPr algn="just">
              <a:lnSpc>
                <a:spcPct val="120000"/>
              </a:lnSpc>
            </a:pP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Ahammed, S. S., et al. (2023). </a:t>
            </a:r>
            <a:r>
              <a:rPr lang="en-IN" sz="5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approach for multiclass skin disease detection</a:t>
            </a:r>
            <a:r>
              <a:rPr lang="en-IN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Healthcare Analytics Journal.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29810-5C0A-9684-F17E-B2679264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76350" cy="885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373B6-2617-B295-CF17-D8A1AAF02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5650" y="-1"/>
            <a:ext cx="12763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67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FCF1-4F0A-08B8-7BA1-E5D423C0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Thank You Images – Browse 2,253,181 Stock Photos, Vectors, and Video |  Adobe Stock">
            <a:extLst>
              <a:ext uri="{FF2B5EF4-FFF2-40B4-BE49-F238E27FC236}">
                <a16:creationId xmlns:a16="http://schemas.microsoft.com/office/drawing/2014/main" id="{2A53D615-D431-6D7E-CFAE-D9E20C0474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850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899</Words>
  <Application>Microsoft Office PowerPoint</Application>
  <PresentationFormat>Widescreen</PresentationFormat>
  <Paragraphs>109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Smart Dermatology Assistant using AI and Image Processing DSA0216-Computer Vision with OpenCV for Modern AI</vt:lpstr>
      <vt:lpstr>INTRODUCTION</vt:lpstr>
      <vt:lpstr>OBJECTIVES</vt:lpstr>
      <vt:lpstr>Existing system</vt:lpstr>
      <vt:lpstr>Proposed system</vt:lpstr>
      <vt:lpstr>ARCHITECTUR DIAGRAM</vt:lpstr>
      <vt:lpstr>LITERATURE SURVEY</vt:lpstr>
      <vt:lpstr>Tools &amp; Technologies Used</vt:lpstr>
      <vt:lpstr>    Module 1: Skin Disease Detection using AI &amp; Image Processing</vt:lpstr>
      <vt:lpstr>PowerPoint Presentation</vt:lpstr>
      <vt:lpstr>Module 2: Severity Analysis &amp; Risk Level Prediction</vt:lpstr>
      <vt:lpstr>Module2:OUTPUT</vt:lpstr>
      <vt:lpstr> Module 3: Care Recommendation &amp; Preventive Guidance System</vt:lpstr>
      <vt:lpstr>Module 3 Output</vt:lpstr>
      <vt:lpstr>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Skin Disease Detection and Care Recommendation System DSA0209-Computer Vision with OpenCV for Image Processing</dc:title>
  <dc:creator>Uppaluru Ananya</dc:creator>
  <cp:lastModifiedBy>Akshaya Bestha</cp:lastModifiedBy>
  <cp:revision>9</cp:revision>
  <dcterms:created xsi:type="dcterms:W3CDTF">2025-12-01T12:11:33Z</dcterms:created>
  <dcterms:modified xsi:type="dcterms:W3CDTF">2026-02-12T04:25:54Z</dcterms:modified>
</cp:coreProperties>
</file>